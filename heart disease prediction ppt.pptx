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DDEF4-831D-4914-9051-EEE7628BF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A0A606-55AC-122C-30ED-A45A80B2E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9C67D-4D2E-6D1F-76C7-97D47DCE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7FB9-D936-4C37-8537-E8B8347CACBF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F891F-EB15-5479-C283-03B7383C5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9BC7C-EB6B-D071-1873-EE8371EB4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0E247-4320-49E6-B9A7-113056687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081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E5CC-6383-9DC8-FAC9-A5D50361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DEB7B-655E-E748-335D-D294C3D25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A9760-073F-540A-3EDA-DDAFD7AC8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7FB9-D936-4C37-8537-E8B8347CACBF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27630-9484-94E4-6B23-FDCC77BE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8A91A-F2B1-6D3F-14A3-8E8EB08D6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0E247-4320-49E6-B9A7-113056687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63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A3688-6D3F-6824-8E57-12C5AD095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D8A10-1A29-D666-3273-6C03D5A83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F5DC8-D5D2-D122-2E83-B5D0A5E8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7FB9-D936-4C37-8537-E8B8347CACBF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FDC8A-EAED-F1D7-AD8F-D589B3438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A98ED-3FB5-5F9F-EB91-DFEEE340E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0E247-4320-49E6-B9A7-113056687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92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E347-C6A7-7EE0-05EF-C6AFDC01C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3A340-0BC1-095F-1C22-FE7FC62200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B6CB7-98F4-1919-93DE-D77622195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0BB28-7B33-E59A-5BAF-AC514D340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7FB9-D936-4C37-8537-E8B8347CACBF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65FEF-FD13-8677-FDAE-2F8AEFDBF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A9D8D-6FC1-98E2-06B6-AD2A57722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0E247-4320-49E6-B9A7-113056687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771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27AC-E7A5-EEB8-8E3C-5B99D5E4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151F8-59AA-C95D-4FA8-9919DF4E2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2CC6B-FDDF-0682-60FF-06567669A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068688-EF47-677E-4C15-6AAA30ACC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6BCA6B-6B5F-34EF-9CE5-BE5015593F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FB71E0-E79E-842E-079A-810A34DFE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7FB9-D936-4C37-8537-E8B8347CACBF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4FD120-C8F0-09E9-10C8-FDD802AE1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353D4-52A1-4DF0-3A41-E13D7ECF6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0E247-4320-49E6-B9A7-113056687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110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839DA-5383-62BA-E5B8-E8D4A9714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50A35F-26B6-D6DC-58A8-88F456D9F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7FB9-D936-4C37-8537-E8B8347CACBF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364094-CF13-3CF4-C7D3-D51D2F3D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8F7B1F-4053-8A78-7F69-C4CEA6AC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0E247-4320-49E6-B9A7-113056687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46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AA131D-0562-A26E-42B1-EBC108231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7FB9-D936-4C37-8537-E8B8347CACBF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09E679-B727-9DAF-1042-74B72B6CE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0A9A7-822E-319B-9135-9C144C9E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0E247-4320-49E6-B9A7-113056687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570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F7C1D-03A9-A091-A4AB-D8E6B3AFF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7783D-79E3-DDD7-408A-B053E80EB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24EEC-6E8E-57F4-C63E-AF9AF4A7F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19EF3-9D52-736B-0F57-D6FF90589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7FB9-D936-4C37-8537-E8B8347CACBF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BC578-47F8-8E0B-6E73-73073C1F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286A8-E4B9-A8F0-4012-D7C26F888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0E247-4320-49E6-B9A7-113056687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923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9ED51-CC6E-EFC3-699F-67A809042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BC9FBB-DD31-A040-A405-975584840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3CF9B3-5B37-1BE8-6624-3A9EDE913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37C8B-BCE9-2B5E-761B-3EBE1C346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7FB9-D936-4C37-8537-E8B8347CACBF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822B6-B431-6574-4363-559CDD26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15F19-4764-5360-822E-BBAFECA59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0E247-4320-49E6-B9A7-113056687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48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4589A-4291-E0AB-9301-A5FC13A5A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5586E-7B35-16C4-D2C8-14E42ADAB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B2BFF-BA72-EB28-1F4E-548C234AD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7FB9-D936-4C37-8537-E8B8347CACBF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7B120-49EC-B8CC-E217-C1F0BA682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E8018-614B-57E7-DF76-2ECD2FF42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0E247-4320-49E6-B9A7-113056687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96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E5CB1-A499-1067-C27D-2B6197B75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4055E4-2B5A-8CB5-11AC-D916FCA6F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90F40-8533-3DA4-4ABA-156610298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7FB9-D936-4C37-8537-E8B8347CACBF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7D09-42AA-6984-A5D0-E0DCBB9C4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21567-F0C0-5C44-D390-6E324C838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0E247-4320-49E6-B9A7-113056687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921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D96F3B-B5F1-068D-8CFC-F363EDDE0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C624F-8A7C-A87F-E2EB-45D3F59BB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51971-E975-167F-A33B-8371468463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07FB9-D936-4C37-8537-E8B8347CACBF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D4649-34C3-D7B1-0EE5-6AA8F7258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D167C-84DF-91B2-5681-89D21BFF7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0E247-4320-49E6-B9A7-113056687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737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90CED-AE9B-8795-D6C9-53E38D1CA9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Title : Heart Disease Prediction by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F4670-4F12-93DC-A111-D4B61401BA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Name : Sanika Jitendra Wadaskar</a:t>
            </a:r>
          </a:p>
        </p:txBody>
      </p:sp>
    </p:spTree>
    <p:extLst>
      <p:ext uri="{BB962C8B-B14F-4D97-AF65-F5344CB8AC3E}">
        <p14:creationId xmlns:p14="http://schemas.microsoft.com/office/powerpoint/2010/main" val="809109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FF42F-79E0-D3D9-4784-65B3E4C07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FBBF6-4C95-9180-A130-2D7790F5E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Develop a Machine Learning model that predicts whether a person has heart disease based on the medical parameters(features). </a:t>
            </a:r>
          </a:p>
          <a:p>
            <a:r>
              <a:rPr lang="en-IN" dirty="0"/>
              <a:t>The dataset usually predict :</a:t>
            </a:r>
          </a:p>
          <a:p>
            <a:r>
              <a:rPr lang="en-IN" dirty="0"/>
              <a:t>1 = Presence of heart disease</a:t>
            </a:r>
          </a:p>
          <a:p>
            <a:r>
              <a:rPr lang="en-IN" dirty="0"/>
              <a:t>0 = Absence of heart disease</a:t>
            </a:r>
          </a:p>
          <a:p>
            <a:r>
              <a:rPr lang="en-IN" dirty="0"/>
              <a:t>It does not predict a specific heart condition such as:</a:t>
            </a:r>
          </a:p>
          <a:p>
            <a:r>
              <a:rPr lang="en-IN" dirty="0"/>
              <a:t>Coronary Heart Disease (CAD)</a:t>
            </a:r>
          </a:p>
          <a:p>
            <a:r>
              <a:rPr lang="en-IN" dirty="0"/>
              <a:t>Heart Failure .. Etc</a:t>
            </a:r>
          </a:p>
          <a:p>
            <a:r>
              <a:rPr lang="en-IN" dirty="0"/>
              <a:t>It only predict whether the patient is likely to have heart disease or not based on the available feature.</a:t>
            </a:r>
          </a:p>
        </p:txBody>
      </p:sp>
    </p:spTree>
    <p:extLst>
      <p:ext uri="{BB962C8B-B14F-4D97-AF65-F5344CB8AC3E}">
        <p14:creationId xmlns:p14="http://schemas.microsoft.com/office/powerpoint/2010/main" val="2515631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F4250-1D32-3BD3-C50A-9BD17A62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A0144-97F1-249B-B6A7-D761D1C8D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The model uses features such as:</a:t>
            </a:r>
          </a:p>
          <a:p>
            <a:r>
              <a:rPr lang="en-IN" dirty="0"/>
              <a:t>Age </a:t>
            </a:r>
          </a:p>
          <a:p>
            <a:r>
              <a:rPr lang="en-IN" dirty="0"/>
              <a:t>Sex </a:t>
            </a:r>
          </a:p>
          <a:p>
            <a:r>
              <a:rPr lang="en-IN" dirty="0"/>
              <a:t>Chest pain type </a:t>
            </a:r>
          </a:p>
          <a:p>
            <a:r>
              <a:rPr lang="en-IN" dirty="0"/>
              <a:t>Resting blood pressure </a:t>
            </a:r>
          </a:p>
          <a:p>
            <a:r>
              <a:rPr lang="en-IN" dirty="0"/>
              <a:t>Cholesterol level </a:t>
            </a:r>
          </a:p>
          <a:p>
            <a:r>
              <a:rPr lang="en-IN" dirty="0"/>
              <a:t>Maximum heart rate </a:t>
            </a:r>
          </a:p>
          <a:p>
            <a:r>
              <a:rPr lang="en-IN" dirty="0"/>
              <a:t>Fasting blood sugar </a:t>
            </a:r>
          </a:p>
          <a:p>
            <a:r>
              <a:rPr lang="en-IN" dirty="0"/>
              <a:t>Exercise-induced angina </a:t>
            </a:r>
          </a:p>
          <a:p>
            <a:r>
              <a:rPr lang="en-IN" dirty="0"/>
              <a:t>ST depression (</a:t>
            </a:r>
            <a:r>
              <a:rPr lang="en-IN" dirty="0" err="1"/>
              <a:t>oldpeak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739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96F4E-F65C-EA60-B514-F103E8CC1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4D3B7-7A3D-ADAF-DEA6-DD06A18B6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Dataset is loaded using </a:t>
            </a:r>
            <a:r>
              <a:rPr lang="en-IN" b="1" dirty="0"/>
              <a:t>Pandas</a:t>
            </a:r>
            <a:r>
              <a:rPr lang="en-IN" dirty="0"/>
              <a:t>. Data is explored using: head() </a:t>
            </a:r>
          </a:p>
          <a:p>
            <a:r>
              <a:rPr lang="en-IN" dirty="0"/>
              <a:t>shape </a:t>
            </a:r>
          </a:p>
          <a:p>
            <a:r>
              <a:rPr lang="en-IN" dirty="0"/>
              <a:t>info() </a:t>
            </a:r>
          </a:p>
          <a:p>
            <a:r>
              <a:rPr lang="en-IN" dirty="0"/>
              <a:t>describe() </a:t>
            </a:r>
          </a:p>
          <a:p>
            <a:r>
              <a:rPr lang="en-IN" dirty="0" err="1"/>
              <a:t>value_counts</a:t>
            </a:r>
            <a:r>
              <a:rPr lang="en-IN" dirty="0"/>
              <a:t>() </a:t>
            </a:r>
          </a:p>
          <a:p>
            <a:r>
              <a:rPr lang="en-IN" dirty="0"/>
              <a:t>The target variable contains: </a:t>
            </a:r>
            <a:r>
              <a:rPr lang="en-IN" b="1" dirty="0"/>
              <a:t>0 = No heart disease</a:t>
            </a:r>
            <a:r>
              <a:rPr lang="en-IN" dirty="0"/>
              <a:t> </a:t>
            </a:r>
          </a:p>
          <a:p>
            <a:r>
              <a:rPr lang="en-IN" b="1" dirty="0"/>
              <a:t>1 = Heart disease present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3971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F5604-C551-ED04-1EB2-F05778253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Splitting data in Training data and Testing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B5037-9AE2-DC6C-815D-097F08922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Data Splitting</a:t>
            </a:r>
          </a:p>
          <a:p>
            <a:r>
              <a:rPr lang="en-IN" dirty="0"/>
              <a:t>The dataset is divided into:</a:t>
            </a:r>
          </a:p>
          <a:p>
            <a:r>
              <a:rPr lang="en-IN" b="1" dirty="0"/>
              <a:t>Training data (80%)</a:t>
            </a:r>
            <a:r>
              <a:rPr lang="en-IN" dirty="0"/>
              <a:t> </a:t>
            </a:r>
          </a:p>
          <a:p>
            <a:r>
              <a:rPr lang="en-IN" b="1" dirty="0"/>
              <a:t>Testing data (20%)</a:t>
            </a:r>
            <a:r>
              <a:rPr lang="en-IN" dirty="0"/>
              <a:t> </a:t>
            </a:r>
          </a:p>
          <a:p>
            <a:r>
              <a:rPr lang="en-IN" dirty="0"/>
              <a:t>Using:</a:t>
            </a:r>
          </a:p>
          <a:p>
            <a:r>
              <a:rPr lang="en-IN" dirty="0" err="1"/>
              <a:t>train_test_split</a:t>
            </a:r>
            <a:r>
              <a:rPr lang="en-IN" dirty="0"/>
              <a:t>(X, y, </a:t>
            </a:r>
            <a:r>
              <a:rPr lang="en-IN" dirty="0" err="1"/>
              <a:t>test_size</a:t>
            </a:r>
            <a:r>
              <a:rPr lang="en-IN" dirty="0"/>
              <a:t>=0.2, stratify=y)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4952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A6231-4AAE-2C1F-EBE6-396C4E7A2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17ED1-B8E9-F0C4-A42E-23F540854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project uses </a:t>
            </a:r>
            <a:r>
              <a:rPr lang="en-IN" b="1" dirty="0"/>
              <a:t>Logistic Regression</a:t>
            </a:r>
            <a:r>
              <a:rPr lang="en-IN" dirty="0"/>
              <a:t> because:</a:t>
            </a:r>
          </a:p>
          <a:p>
            <a:r>
              <a:rPr lang="en-IN" dirty="0"/>
              <a:t>It is suitable for binary classification. </a:t>
            </a:r>
          </a:p>
          <a:p>
            <a:r>
              <a:rPr lang="en-IN" dirty="0"/>
              <a:t>Output is either 0 or 1.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3878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D5537-081A-9C66-08A4-183384E98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108F0-3D0C-6CEB-9ACA-C07ECC8D8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model is trained and evaluated using </a:t>
            </a:r>
            <a:r>
              <a:rPr lang="en-IN" b="1" dirty="0"/>
              <a:t>accuracy score</a:t>
            </a:r>
            <a:r>
              <a:rPr lang="en-IN" dirty="0"/>
              <a:t>.</a:t>
            </a:r>
          </a:p>
          <a:p>
            <a:r>
              <a:rPr lang="en-IN" dirty="0"/>
              <a:t>Typical results:</a:t>
            </a:r>
          </a:p>
          <a:p>
            <a:r>
              <a:rPr lang="en-IN" dirty="0"/>
              <a:t>Training accuracy around </a:t>
            </a:r>
            <a:r>
              <a:rPr lang="en-IN" b="1" dirty="0"/>
              <a:t>85–87%</a:t>
            </a:r>
            <a:r>
              <a:rPr lang="en-IN" dirty="0"/>
              <a:t> </a:t>
            </a:r>
          </a:p>
          <a:p>
            <a:r>
              <a:rPr lang="en-IN" dirty="0"/>
              <a:t>Testing accuracy around </a:t>
            </a:r>
            <a:r>
              <a:rPr lang="en-IN" b="1" dirty="0"/>
              <a:t>80–85%</a:t>
            </a:r>
            <a:r>
              <a:rPr lang="en-IN" dirty="0"/>
              <a:t> </a:t>
            </a:r>
          </a:p>
          <a:p>
            <a:r>
              <a:rPr lang="en-IN" dirty="0"/>
              <a:t>(depending on dataset split)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0182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07F51-1F94-729F-E65E-386491AA5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54E93-96CF-69AD-1A98-DA9955E77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final model can predict:</a:t>
            </a:r>
          </a:p>
          <a:p>
            <a:r>
              <a:rPr lang="en-IN" b="1" dirty="0"/>
              <a:t>0 → Person does not have heart disease</a:t>
            </a:r>
            <a:r>
              <a:rPr lang="en-IN" dirty="0"/>
              <a:t> </a:t>
            </a:r>
          </a:p>
          <a:p>
            <a:r>
              <a:rPr lang="en-IN" b="1" dirty="0"/>
              <a:t>1 → Person has heart disease</a:t>
            </a:r>
            <a:r>
              <a:rPr lang="en-IN" dirty="0"/>
              <a:t> </a:t>
            </a:r>
          </a:p>
          <a:p>
            <a:r>
              <a:rPr lang="en-IN" dirty="0"/>
              <a:t>using new patient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2838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58F1-095C-00D6-623E-456A37742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4E37C-FCA8-46EB-8216-631700A20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Machine learning can assist in early heart disease detection. </a:t>
            </a:r>
          </a:p>
          <a:p>
            <a:r>
              <a:rPr lang="en-IN" dirty="0"/>
              <a:t>Logistic Regression provides good prediction accuracy. </a:t>
            </a:r>
          </a:p>
          <a:p>
            <a:r>
              <a:rPr lang="en-IN" dirty="0"/>
              <a:t>Such models can support doctors in preliminary screening.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9319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C5659-0D3A-E9D1-16B6-185342897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D6A22-A007-EE79-4FD6-DDD57A29A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Successfully developed a heart disease prediction model using Logistic Regression. </a:t>
            </a:r>
          </a:p>
          <a:p>
            <a:r>
              <a:rPr lang="en-IN" dirty="0"/>
              <a:t>Achieved high classification accuracy on test data. </a:t>
            </a:r>
          </a:p>
          <a:p>
            <a:r>
              <a:rPr lang="en-IN" dirty="0"/>
              <a:t>Identified important health parameters affecting heart disease risk.</a:t>
            </a:r>
          </a:p>
          <a:p>
            <a:r>
              <a:rPr lang="en-IN" dirty="0"/>
              <a:t> Built a predictive system capable of classifying patients as healthy or diseased. </a:t>
            </a:r>
          </a:p>
          <a:p>
            <a:r>
              <a:rPr lang="en-IN" dirty="0"/>
              <a:t>Demonstrated the application of machine learning in healthcare analytics.</a:t>
            </a:r>
          </a:p>
        </p:txBody>
      </p:sp>
    </p:spTree>
    <p:extLst>
      <p:ext uri="{BB962C8B-B14F-4D97-AF65-F5344CB8AC3E}">
        <p14:creationId xmlns:p14="http://schemas.microsoft.com/office/powerpoint/2010/main" val="2749216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Title : Heart Disease Prediction by Python</vt:lpstr>
      <vt:lpstr>Objective </vt:lpstr>
      <vt:lpstr>Dataset Features</vt:lpstr>
      <vt:lpstr>Data Analysis</vt:lpstr>
      <vt:lpstr>Splitting data in Training data and Testing data</vt:lpstr>
      <vt:lpstr>Machine Learning Algorithms</vt:lpstr>
      <vt:lpstr>Model Performance</vt:lpstr>
      <vt:lpstr>Prediction System</vt:lpstr>
      <vt:lpstr>Conclusion</vt:lpstr>
      <vt:lpstr>Key Finding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Sanika Wadaskar</dc:creator>
  <cp:lastModifiedBy>Sanika Wadaskar</cp:lastModifiedBy>
  <cp:revision>1</cp:revision>
  <dcterms:created xsi:type="dcterms:W3CDTF">2026-06-25T11:23:50Z</dcterms:created>
  <dcterms:modified xsi:type="dcterms:W3CDTF">2026-06-25T11:24:21Z</dcterms:modified>
</cp:coreProperties>
</file>